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1645920"/>
            <a:ext cx="9418320" cy="3291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B3A5C"/>
                </a:solidFill>
                <a:latin typeface="Microsoft YaHei"/>
              </a:defRPr>
            </a:pPr>
            <a:r>
              <a:t>floxml_tools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7432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2E75B6"/>
                </a:solidFill>
                <a:latin typeface="Microsoft YaHei"/>
              </a:defRPr>
            </a:pPr>
            <a:r>
              <a:t>FloTHERM FloXML 自动化工具集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4747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66666"/>
                </a:solidFill>
                <a:latin typeface="Microsoft YaHei"/>
              </a:defRPr>
            </a:pPr>
            <a:r>
              <a:t>工作交接文档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292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日期: 2026-06-01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3949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icrosoft YaHei"/>
              </a:defRPr>
            </a:pPr>
            <a:r>
              <a:t>代码规模: 16 个 Python 模块 / 约 10,800 行代码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模块总览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floxml_tools 是一套完整的 FloTHERM FloXML 项目自动化工具，覆盖从模型创建到求解配置的全流程。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65176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模型构建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2651760" cy="393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5B6"/>
                </a:solidFill>
                <a:latin typeface="Microsoft YaHei"/>
              </a:defRPr>
            </a:pPr>
            <a:r>
              <a:t>程序化构建完整的</a:t>
            </a:r>
            <a:br/>
            <a:r>
              <a:t>FloXML 项目文件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floxml_builder.py</a:t>
            </a:r>
            <a:br/>
            <a:r>
              <a:t>floxml_boundary_conditions.py</a:t>
            </a:r>
            <a:br/>
            <a:r>
              <a:t>floxml_nonlinear_source.py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54480"/>
            <a:ext cx="2651760" cy="457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600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格式转换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011680"/>
            <a:ext cx="2651760" cy="393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21031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5B6"/>
                </a:solidFill>
                <a:latin typeface="Microsoft YaHei"/>
              </a:defRPr>
            </a:pPr>
            <a:r>
              <a:t>ECXML → FloXML</a:t>
            </a:r>
            <a:br/>
            <a:r>
              <a:t>几何 → 完整项目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9260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ecxml_to_floxml_converter.py</a:t>
            </a:r>
            <a:br/>
            <a:r>
              <a:t>wrap_geometry_floxml_as_project.py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2651760" cy="45720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600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配置注入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011680"/>
            <a:ext cx="2651760" cy="393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1031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5B6"/>
                </a:solidFill>
                <a:latin typeface="Microsoft YaHei"/>
              </a:defRPr>
            </a:pPr>
            <a:r>
              <a:t>网格/区域/求解/边界</a:t>
            </a:r>
            <a:br/>
            <a:r>
              <a:t>JSON 配置注入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9260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config_injector.py</a:t>
            </a:r>
            <a:br/>
            <a:r>
              <a:t>floxml_add_volume_regions.py</a:t>
            </a:r>
            <a:br/>
            <a:r>
              <a:t>floxml_add_solve_settings.py</a:t>
            </a:r>
            <a:br/>
            <a:r>
              <a:t>grid_config.py</a:t>
            </a:r>
            <a:br/>
            <a:r>
              <a:t>floxml_grid_parser.py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554480"/>
            <a:ext cx="265176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1600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流程编排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2011680"/>
            <a:ext cx="2651760" cy="393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21031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75B6"/>
                </a:solidFill>
                <a:latin typeface="Microsoft YaHei"/>
              </a:defRPr>
            </a:pPr>
            <a:r>
              <a:t>一键式流水线</a:t>
            </a:r>
            <a:br/>
            <a:r>
              <a:t>组合多个步骤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926080"/>
            <a:ext cx="2377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floxml_pipeline.py</a:t>
            </a:r>
            <a:br/>
            <a:r>
              <a:t>inject_grid_from_floxml.py</a:t>
            </a:r>
            <a:br/>
            <a:r>
              <a:t>inject_config.py</a:t>
            </a:r>
            <a:br/>
            <a:r>
              <a:t>floxml_inject_grid.py</a:t>
            </a:r>
            <a:br/>
            <a:r>
              <a:t>floxml_inject_model_solve.py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数据处理流程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1920240" cy="1463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ECXML / 几何文件</a:t>
            </a:r>
            <a:br/>
            <a:r>
              <a:t>(ECXML / geometry XML)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18288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606040" y="1371600"/>
            <a:ext cx="1920240" cy="146304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50876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格式转换</a:t>
            </a:r>
            <a:br/>
            <a:r>
              <a:t>ecxml_to_floxml_converter</a:t>
            </a:r>
            <a:br/>
            <a:r>
              <a:t>wrap_geometry_floxml_as_project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1371600"/>
            <a:ext cx="1920240" cy="146304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50876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FloXML 基础项目</a:t>
            </a:r>
            <a:br/>
            <a:r>
              <a:t>(xml_case)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18288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1371600"/>
            <a:ext cx="1920240" cy="14630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150876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配置注入</a:t>
            </a:r>
            <a:br/>
            <a:r>
              <a:t>volume_regions / solve</a:t>
            </a:r>
            <a:br/>
            <a:r>
              <a:t>grid / boundary / nonlinear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18288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66666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0" y="1371600"/>
            <a:ext cx="1920240" cy="1463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50876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完整 FloXML 项目</a:t>
            </a:r>
            <a:br/>
            <a:r>
              <a:t>可直接导入 FloTHERM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D7D31"/>
                </a:solidFill>
                <a:latin typeface="Microsoft YaHei"/>
              </a:defRPr>
            </a:pPr>
            <a:r>
              <a:t>快捷方式: floxml_pipeline.py 可一步完成上述所有步骤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40480"/>
            <a:ext cx="530352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931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JSON 配置文件 (输入)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solve_settings.example.json — 求解器配置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floxml_volume_regions.example.json — 体积区域定义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transient_only.example.json — 瞬态设置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floxml_converter_config.example.json — 转换配置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floxml_template.example.json — 模板配置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840480"/>
            <a:ext cx="530352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931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模块调用关系 (核心)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38912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floxml_pipeline → floxml_builder + inject_*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config_injector → floxml_add_volume_regions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floxml_inject_model_solve → pdml_tools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floxml_inject_grid → pdml_tools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ecxml_to_floxml_converter → (独立)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floxml_builder → (独立, 基础模块)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典型使用场景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场景 1: ECXML 转换 + 求解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097280"/>
            <a:ext cx="832104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234440"/>
            <a:ext cx="7955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floxml_tools.ecxml_to_floxml_converter model.ecxml \</a:t>
            </a:r>
            <a:br/>
            <a:r>
              <a:t>  --config config.json -o project.xml</a:t>
            </a:r>
            <a:br/>
            <a:r>
              <a:t># config.json 中可指定 grid、solve、volume_regions 等全部设置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68880"/>
            <a:ext cx="2743200" cy="118872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场景 2: 一键流水线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468880"/>
            <a:ext cx="832104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606040"/>
            <a:ext cx="7955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floxml_tools.floxml_pipeline geometry.xml \</a:t>
            </a:r>
            <a:br/>
            <a:r>
              <a:t>  -c config.json --wrap -o project.xml</a:t>
            </a:r>
            <a:br/>
            <a:r>
              <a:t># 自动: 包装为项目 + 注入网格 + 注入求解设置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40480"/>
            <a:ext cx="2743200" cy="1188720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场景 3: 网格复用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3840480"/>
            <a:ext cx="832104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3977640"/>
            <a:ext cx="7955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floxml_tools.inject_grid_from_floxml \</a:t>
            </a:r>
            <a:br/>
            <a:r>
              <a:t>  project.floxml --ecxml model.ecxml -o output.xml</a:t>
            </a:r>
            <a:br/>
            <a:r>
              <a:t># 从已有项目提取网格应用到新模型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212080"/>
            <a:ext cx="2743200" cy="1188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949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场景 4: 非线性热源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5212080"/>
            <a:ext cx="832104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0" y="5349240"/>
            <a:ext cx="7955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python -m floxml_tools.floxml_nonlinear_source \</a:t>
            </a:r>
            <a:br/>
            <a:r>
              <a:t>  input.xml --csv curve.csv --source "Chip" -o out.xml</a:t>
            </a:r>
            <a:br/>
            <a:r>
              <a:t># 注入功率-温度曲线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ecxml_to_floxml_converter.py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B9BD5"/>
                </a:solidFill>
                <a:latin typeface="Microsoft YaHei"/>
              </a:defRPr>
            </a:pPr>
            <a:r>
              <a:t>ECXML → FloXML 核心转换器  |  1,851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将 JEDEC JEP181 ECXML 器件热模型转换为 FloTHERM FloXML 项目格式。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功能要点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ECXML 是器件级热模型交换标准格式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ECXML 缺少: 网格(grid)、求解器(solve)、模型设置(model)、求解域(solution_domain)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本工具自动补充这些配置，生成完整可导入的 FloXML 项目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支持命令行: python -m floxml_tools.ecxml_to_floxml_converter model.ecxml -o output.xml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 JSON 配置文件自定义转换参数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关键类 / 特性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ECXMLToFloXMLConverter (核心转换类)</a:t>
            </a:r>
            <a:br/>
            <a:r>
              <a:t>支持多种 ECXML 元素映射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floxml_builder.py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75B6"/>
                </a:solidFill>
                <a:latin typeface="Microsoft YaHei"/>
              </a:defRPr>
            </a:pPr>
            <a:r>
              <a:t>FloXML 项目生成器  |  1,554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程序化构建完整的 FloXML 项目文件，覆盖 FloTHERM V10.1 Schema 全部对象。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功能要点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从 Siemens 官方 VBA 代码 (7196 行) 转换而来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使用 xml.etree.ElementTree 构建 XML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支持: model/solve/grid/attributes/geometry/solution_domain 全部节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提供 Pythonic 的上下文管理器 API (with b.model_section(): ...)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命令行也可直接生成: python -m floxml_tools.floxml_builder -o output.xml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关键类 / 特性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FloXMLBuilder — 主构建类</a:t>
            </a:r>
            <a:br/>
            <a:r>
              <a:t>链式 API 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floxml_add_solve_settings.py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D7D31"/>
                </a:solidFill>
                <a:latin typeface="Microsoft YaHei"/>
              </a:defRPr>
            </a:pPr>
            <a:r>
              <a:t>求解设置注入器  |  1,187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往 FloXML 注入求解设置和瞬态设置，支持 JSON 和 Excel 两种配置方式。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功能要点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&lt;solve&gt;: overall_control / variable_controls / solver_controls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&lt;model&gt;: modeling / turbulence / gravity / global / initial_variables / transient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 JSON 配置: python -m ... model.xml --config solve.json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 Excel 配置: python -m ... model.xml --config solve.xlsx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可生成配置模板: python -m ... --create-template template.xlsx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关键类 / 特性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支持迭代次数、求解器类型、收敛判据、松弛因子等完整求解参数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floxml_add_volume_regions.py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0AD47"/>
                </a:solidFill>
                <a:latin typeface="Microsoft YaHei"/>
              </a:defRPr>
            </a:pPr>
            <a:r>
              <a:t>体积区域注入器  |  1,225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通过 JSON 配置向 FloXML 项目添加体积区域 (region) 和网格约束。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功能要点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支持显式定义: position + size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支持从已有几何体 bounding box 自动推导 (bbox_from)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支持通配符匹配几何体名称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可创建 grid_constraint_att 定义并分配到几何体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区域可插入到根 geometry 或指定 assembly 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关键类 / 特性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支持 include_names / include_patterns / include_tags 多模式匹配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floxml_boundary_conditions.py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E44AD"/>
                </a:solidFill>
                <a:latin typeface="Microsoft YaHei"/>
              </a:defRPr>
            </a:pPr>
            <a:r>
              <a:t>边界条件注入器  |  921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通过 JSON 配置向 FloXML 添加/修改边界条件。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功能要点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Ambient (环境): 温度、压力、换热系数、速度、辐射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Solution Domain (求解域): 各面边界类型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Surface Property (表面属性): 发射率、粗糙度等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Radiation (辐射): 表面类型、面积阈值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Source (热源): 总功率/定温/体积热源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Surface Exchange (表面交换): 对流换热方法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Thermal Model (热模型): 导热/对流模型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关键类 / 特性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7 种边界条件类型，完整覆盖 FloTHERM 边界设置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config_injector.py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75B6"/>
                </a:solidFill>
                <a:latin typeface="Microsoft YaHei"/>
              </a:defRPr>
            </a:pPr>
            <a:r>
              <a:t>统一 JSON 配置注入器  |  548 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读取单个 JSON 配置文件，统一注入 FloXML 所需的全部属性。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功能要点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属性定义: surfaces, surface_exchanges, radiations, resistances, fans, thermals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属性分配: 将引用设置到 geometry 元素 (cuboid, assembly, source 等)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Volume regions / grid constraints: 委托 floxml_add_volume_regions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 standalone 使用或被 converter 调用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设计为 ConfigInjector 类，inject(root) 方法就地修改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关键类 / 特性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ConfigInjector — 统一注入入口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grid 相关模块 (3个)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B9BD5"/>
                </a:solidFill>
                <a:latin typeface="Microsoft YaHei"/>
              </a:defRPr>
            </a:pPr>
            <a:r>
              <a:t>grid_config + floxml_grid_parser + inject_grid  |  1,599 行 (合计)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网格配置读取、解析和注入的完整工具链。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功能要点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grid_config.py (794行): 从 Excel 读取网格配置 (system_grid / patches / constraints)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floxml_grid_parser.py (679行): 解析/修改 FloXML 中的网格设置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floxml_inject_grid.py (126行): 将网格 XML 注入到 FloXML 项目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inject_grid_from_floxml.py (277行): 从已有 FloXML 提取网格注入到新项目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 PDML 二进制文件输入 (自动转换为 FloXML)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关键类 / 特性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SystemGridDirection / GridAxis 数据类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流程编排模块 (3个)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D7D31"/>
                </a:solidFill>
                <a:latin typeface="Microsoft YaHei"/>
              </a:defRPr>
            </a:pPr>
            <a:r>
              <a:t>pipeline + inject_config + inject_model_solve  |  730 行 (合计)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一键式流水线，组合多个注入步骤为单一操作。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功能要点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floxml_pipeline.py (278行): 组合 wrap + grid/regions + solve 为一次执行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inject_config.py (170行): ECXML→FloXML + 属性注入一步到位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floxml_inject_model_solve.py (282行): model/solve 设置注入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支持: --grid / --solve 分步执行或 -c config.json 统一执行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支持 --wrap 自动包装几何文件为完整项目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关键类 / 特性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命令行工具，通过 argparse 串联流程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Microsoft YaHei"/>
              </a:defRPr>
            </a:pPr>
            <a:r>
              <a:t>辅助模块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0AD47"/>
                </a:solidFill>
                <a:latin typeface="Microsoft YaHei"/>
              </a:defRPr>
            </a:pPr>
            <a:r>
              <a:t>floxml_nonlinear_source + wrap_geometry  |  871 行 (合计)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0972800" cy="1828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YaHei"/>
              </a:defRPr>
            </a:pPr>
            <a:r>
              <a:t>非线性热源和几何包装等辅助功能。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58368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功能要点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6217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floxml_nonlinear_source.py (498行): 功率-温度曲线注入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  - 支持 JSON 查找表和 CSV 数据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  - 支持数学公式定义曲线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  - 生成 power_temp_curve_point 节点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wrap_geometry_floxml_as_project.py (373行): 包装几何文件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  - 将仅含 attributes + geometry 的文件包装为完整项目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  - 自动补充 model/solve/grid/solution_domain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828800"/>
            <a:ext cx="4389120" cy="20116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9202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Microsoft YaHei"/>
              </a:defRPr>
            </a:pPr>
            <a:r>
              <a:t>关键类 / 特性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286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适用于表格生成的紧凑模型 XML 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配置文件示例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5B6"/>
                </a:solidFill>
                <a:latin typeface="Microsoft YaHei"/>
              </a:defRPr>
            </a:pPr>
            <a:r>
              <a:t>solve_settings.example.json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{</a:t>
            </a:r>
            <a:br/>
            <a:r>
              <a:t>  "overall_control": {</a:t>
            </a:r>
            <a:br/>
            <a:r>
              <a:t>    "max_iterations": 1500,</a:t>
            </a:r>
            <a:br/>
            <a:r>
              <a:t>    "solver_type": "coupled",</a:t>
            </a:r>
            <a:br/>
            <a:r>
              <a:t>    "convergence_criteria": 1e-4</a:t>
            </a:r>
            <a:br/>
            <a:r>
              <a:t>  },</a:t>
            </a:r>
            <a:br/>
            <a:r>
              <a:t>  "modeling": {</a:t>
            </a:r>
            <a:br/>
            <a:r>
              <a:t>    "solution": "flow_heat",</a:t>
            </a:r>
            <a:br/>
            <a:r>
              <a:t>    "radiation": "on"</a:t>
            </a:r>
            <a:br/>
            <a:r>
              <a:t>  },</a:t>
            </a:r>
            <a:br/>
            <a:r>
              <a:t>  "transient": {</a:t>
            </a:r>
            <a:br/>
            <a:r>
              <a:t>    "time_steps": [0, 60, 300],</a:t>
            </a:r>
            <a:br/>
            <a:r>
              <a:t>    "save_times": [60, 300]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48640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0AD47"/>
                </a:solidFill>
                <a:latin typeface="Microsoft YaHei"/>
              </a:defRPr>
            </a:pPr>
            <a:r>
              <a:t>floxml_volume_regions.example.json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enlo"/>
              </a:defRPr>
            </a:pPr>
            <a:r>
              <a:t>{</a:t>
            </a:r>
            <a:br/>
            <a:r>
              <a:t>  "grid_constraint_atts": [</a:t>
            </a:r>
            <a:br/>
            <a:r>
              <a:t>    {</a:t>
            </a:r>
            <a:br/>
            <a:r>
              <a:t>      "name": "fine_grid",</a:t>
            </a:r>
            <a:br/>
            <a:r>
              <a:t>      "max_size": 0.001</a:t>
            </a:r>
            <a:br/>
            <a:r>
              <a:t>    }</a:t>
            </a:r>
            <a:br/>
            <a:r>
              <a:t>  ],</a:t>
            </a:r>
            <a:br/>
            <a:r>
              <a:t>  "volume_regions": [</a:t>
            </a:r>
            <a:br/>
            <a:r>
              <a:t>    {</a:t>
            </a:r>
            <a:br/>
            <a:r>
              <a:t>      "name": "chip_region",</a:t>
            </a:r>
            <a:br/>
            <a:r>
              <a:t>      "bbox_from": {</a:t>
            </a:r>
            <a:br/>
            <a:r>
              <a:t>        "include_names": ["U1"],</a:t>
            </a:r>
            <a:br/>
            <a:r>
              <a:t>        "padding": 0.002</a:t>
            </a:r>
            <a:br/>
            <a:r>
              <a:t>      },</a:t>
            </a:r>
            <a:br/>
            <a:r>
              <a:t>      "grid_constraint": "fine_grid"</a:t>
            </a:r>
            <a:br/>
            <a:r>
              <a:t>    }</a:t>
            </a:r>
            <a:br/>
            <a:r>
              <a:t>  ]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测试 &amp; 文档状态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0352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单元测试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test_ecxml_to_floxml_converter_pytest.py — pytest 格式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test_ecxml_to_floxml_converter_unittest.py — unittest 格式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测试覆盖: ECXML 转换器核心功能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建议: 其他模块仍需补充单元测试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88720"/>
            <a:ext cx="530352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文档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每个模块有完整的 docstring (含用法示例)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floxml_add_volume_regions.md — 体积区域详细说明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GAP_ANALYSIS.md — 功能差距分析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README.md — 项目整体说明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40480"/>
            <a:ext cx="11064240" cy="25603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Microsoft YaHei"/>
              </a:defRPr>
            </a:pPr>
            <a:r>
              <a:t>后续改进建议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补充单元测试: 目前仅 ecxml_to_floxml_converter 有完整测试，其他模块建议按优先级逐步补充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统一配置格式: 各模块配置 JSON schema 略有差异，可考虑统一规范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错误处理增强: 部分模块对异常输入处理不够完善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性能优化: 大型 ECXML 文件转换时可考虑流式解析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日志系统: 建议引入 logging 模块替代 print 输出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Microsoft YaHei"/>
              </a:defRPr>
            </a:pPr>
            <a:r>
              <a:t>交接总结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064240" cy="1645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Python 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2801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~10,800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920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行代码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2801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920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核心转换器 (ECXML→FloXML)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2801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E75B6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9202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边界条件类型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3A5C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576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1. floxml_tools 是一套完整的 FloTHERM 自动化工具，核心能力是 ECXML → FloXML 转换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2. 采用 JSON/XLSX 配置驱动，无需手动编辑 XML，降低使用门槛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3. 模块化设计: 每个功能独立可用，也可通过 pipeline 一键组合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4. 覆盖全流程: 模型构建 → 格式转换 → 网格配置 → 求解设置 → 边界条件 → 非线性热源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5. 所有模块均有命令行入口，支持 -h 查看帮助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6. 注意: 部分注入模块依赖项目根目录下的 pdml_tools 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floxml_tools 工作交接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5B9BD5"/>
                </a:solidFill>
                <a:latin typeface="Microsoft YaHei"/>
              </a:defRPr>
            </a:pPr>
            <a:r>
              <a:t>如有疑问请参考各模块 docstring 或 README.md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5720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6E4F0"/>
                </a:solidFill>
                <a:latin typeface="Menlo"/>
              </a:defRPr>
            </a:pPr>
            <a:r>
              <a:t>python -m floxml_tools.&lt;module_name&gt; -h  # 查看任何模块的帮助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