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3291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B3A5C"/>
                </a:solidFill>
                <a:latin typeface="Microsoft YaHei"/>
              </a:defRPr>
            </a:pPr>
            <a:r>
              <a:t>floxml_tools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E75B6"/>
                </a:solidFill>
                <a:latin typeface="Microsoft YaHei"/>
              </a:defRPr>
            </a:pPr>
            <a:r>
              <a:t>FloTHERM FloXML 自动化工具集 — 工作交接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ECXML 导出 → FloXML 转换 → JSON 配置修改 → 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核心工作流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从项目导出 ECXML，转换为 FloXML，通过 JSON 配置修改后求解。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4688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246888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5B6"/>
                </a:solidFill>
                <a:latin typeface="Microsoft YaHei"/>
              </a:defRPr>
            </a:pPr>
            <a:r>
              <a:t>从 FloTHERM 项目</a:t>
            </a:r>
            <a:br/>
            <a:r>
              <a:t>导出 ECXML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项目 → Export</a:t>
            </a:r>
            <a:br/>
            <a:r>
              <a:t>→ model.ecxml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743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45920"/>
            <a:ext cx="2468880" cy="4114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57400"/>
            <a:ext cx="246888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9BD5"/>
                </a:solidFill>
                <a:latin typeface="Microsoft YaHei"/>
              </a:defRPr>
            </a:pPr>
            <a:r>
              <a:t>ECXML → FloXML</a:t>
            </a:r>
            <a:br/>
            <a:r>
              <a:t>格式转换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ecxml_to_floxml</a:t>
            </a:r>
            <a:br/>
            <a:r>
              <a:t>_converter.py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743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645920"/>
            <a:ext cx="246888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057400"/>
            <a:ext cx="246888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0AD47"/>
                </a:solidFill>
                <a:latin typeface="Microsoft YaHei"/>
              </a:defRPr>
            </a:pPr>
            <a:r>
              <a:t>JSON 配置</a:t>
            </a:r>
            <a:br/>
            <a:r>
              <a:t>修改 FloXML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volume_regions</a:t>
            </a:r>
            <a:br/>
            <a:r>
              <a:t>solve_settings</a:t>
            </a:r>
            <a:br/>
            <a:r>
              <a:t>boundary_conditions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432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645920"/>
            <a:ext cx="24688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057400"/>
            <a:ext cx="246888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Microsoft YaHei"/>
              </a:defRPr>
            </a:pPr>
            <a:r>
              <a:t>导入 FloTHERM</a:t>
            </a:r>
            <a:br/>
            <a:r>
              <a:t>求解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完整项目文件</a:t>
            </a:r>
            <a:br/>
            <a:r>
              <a:t>→ Solve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106424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Step 3 的三个 JSON 配置文件（与三个 Python 脚本一一对应）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solve_settings.example.json  →  floxml_add_solve_settings.py  —  求解器参数、瞬态设置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floxml_volume_regions.example.json  →  floxml_add_volume_regions.py  —  体积区域、网格约束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boundary_conditions_*.json  →  floxml_boundary_conditions.py  —  环境条件、热源、表面属性、辐射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ecxml_to_floxml_converter.py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BD5"/>
                </a:solidFill>
                <a:latin typeface="Microsoft YaHei"/>
              </a:defRPr>
            </a:pPr>
            <a:r>
              <a:t>ECXML → FloXML 核心转换器  |  1,851 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1828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将 JEDEC JEP181 ECXML 器件热模型转换为 FloTHERM FloXML 项目格式，自动补充缺失配置。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58368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功能说明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ECXML 是 JEDEC JEP181 器件级热模型交换标准格式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ECXML 缺少: 网格(grid)、求解器(solve)、模型设置(model)、求解域(solution_domain)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本工具自动补充这些缺失部分，生成可直接导入 FloTHERM 的完整项目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支持 JSON 配置文件自定义转换参数（网格、求解、区域等）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• 完整保留 ECXML 中的几何体、材料、热源等定义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4389120" cy="43891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命令行用法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# 基本转换</a:t>
            </a:r>
            <a:br/>
            <a:r>
              <a:t>python -m floxml_tools.</a:t>
            </a:r>
            <a:br/>
            <a:r>
              <a:t>  ecxml_to_floxml_converter</a:t>
            </a:r>
            <a:br/>
            <a:r>
              <a:t>  model.ecxml -o project.xml</a:t>
            </a:r>
            <a:br/>
            <a:br/>
            <a:r>
              <a:t># 带 JSON 配置</a:t>
            </a:r>
            <a:br/>
            <a:r>
              <a:t>python -m floxml_tools.</a:t>
            </a:r>
            <a:br/>
            <a:r>
              <a:t>  ecxml_to_floxml_converter</a:t>
            </a:r>
            <a:br/>
            <a:r>
              <a:t>  model.ecxml --config</a:t>
            </a:r>
            <a:br/>
            <a:r>
              <a:t>  config.json -o project.xml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floxml_add_solve_settings.py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D7D31"/>
                </a:solidFill>
                <a:latin typeface="Microsoft YaHei"/>
              </a:defRPr>
            </a:pPr>
            <a:r>
              <a:t>求解设置注入  |  1,187 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182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通过 JSON 或 Excel 配置向 FloXML 注入求解器设置和瞬态设置。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58368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可配置项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&lt;model&gt; 部分: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modeling — 求解类型 (flow_heat / conduction_only 等), 辐射开关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turbulence — 层流/湍流模型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gravity — 重力方向和大小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global — 基准压力、环境温度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initial_variables — 初始值设置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transient — 瞬态时间设置 (时间段、保存时刻、时间片)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&lt;solve&gt; 部分: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overall_control — 迭代次数、求解器类型、收敛判据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variable_controls — 各变量 (速度/温度) 的虚假时间步等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solver_controls — 压力/温度线性松弛因子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438912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命令行用法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# JSON 配置注入</a:t>
            </a:r>
            <a:br/>
            <a:r>
              <a:t>python -m floxml_tools.</a:t>
            </a:r>
            <a:br/>
            <a:r>
              <a:t>  floxml_add_solve_settings</a:t>
            </a:r>
            <a:br/>
            <a:r>
              <a:t>  model.xml --config solve.json</a:t>
            </a:r>
            <a:br/>
            <a:r>
              <a:t>  -o output.xml</a:t>
            </a:r>
            <a:br/>
            <a:br/>
            <a:r>
              <a:t># Excel 配置注入</a:t>
            </a:r>
            <a:br/>
            <a:r>
              <a:t>python -m floxml_tools.</a:t>
            </a:r>
            <a:br/>
            <a:r>
              <a:t>  floxml_add_solve_settings</a:t>
            </a:r>
            <a:br/>
            <a:r>
              <a:t>  model.xml --config solve.xlsx</a:t>
            </a:r>
            <a:br/>
            <a:r>
              <a:t>  -o output.xml</a:t>
            </a:r>
            <a:br/>
            <a:br/>
            <a:r>
              <a:t># 生成配置模板</a:t>
            </a:r>
            <a:br/>
            <a:r>
              <a:t>python -m floxml_tools.</a:t>
            </a:r>
            <a:br/>
            <a:r>
              <a:t>  floxml_add_solve_settings</a:t>
            </a:r>
            <a:br/>
            <a:r>
              <a:t>  --create-template template.xlsx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solve_settings.example.json 配置详解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7D31"/>
                </a:solidFill>
                <a:latin typeface="Microsoft YaHei"/>
              </a:defRPr>
            </a:pPr>
            <a:r>
              <a:t>model 部分 — 求解模型设置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"modeling": {</a:t>
            </a:r>
            <a:br/>
            <a:r>
              <a:t>  "solution": "flow_heat",   // flow_heat / conduction_only</a:t>
            </a:r>
            <a:br/>
            <a:r>
              <a:t>  "radiation": "on",          // on / off</a:t>
            </a:r>
            <a:br/>
            <a:r>
              <a:t>  "dimensionality": "3d"</a:t>
            </a:r>
            <a:br/>
            <a:r>
              <a:t>},</a:t>
            </a:r>
            <a:br/>
            <a:r>
              <a:t>"turbulence": { "type": "laminar" },</a:t>
            </a:r>
            <a:br/>
            <a:r>
              <a:t>"gravity": {</a:t>
            </a:r>
            <a:br/>
            <a:r>
              <a:t>  "type": "normal",</a:t>
            </a:r>
            <a:br/>
            <a:r>
              <a:t>  "normal_direction": "neg_y",</a:t>
            </a:r>
            <a:br/>
            <a:r>
              <a:t>  "value": 9.81</a:t>
            </a:r>
            <a:br/>
            <a:r>
              <a:t>},</a:t>
            </a:r>
            <a:br/>
            <a:r>
              <a:t>"global": {</a:t>
            </a:r>
            <a:br/>
            <a:r>
              <a:t>  "datum_pressure": 101325.0,    // Pa</a:t>
            </a:r>
            <a:br/>
            <a:r>
              <a:t>  "ambient_temperature": 25.0     // °C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7D31"/>
                </a:solidFill>
                <a:latin typeface="Microsoft YaHei"/>
              </a:defRPr>
            </a:pPr>
            <a:r>
              <a:t>solve 部分 — 迭代控制 + 瞬态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"overall_control": {</a:t>
            </a:r>
            <a:br/>
            <a:r>
              <a:t>  "outer_iterations": 500,</a:t>
            </a:r>
            <a:br/>
            <a:r>
              <a:t>  "solver_option": "multi_grid",</a:t>
            </a:r>
            <a:br/>
            <a:r>
              <a:t>  "convergence_values": {</a:t>
            </a:r>
            <a:br/>
            <a:r>
              <a:t>    "required_accuracy": 0.2,</a:t>
            </a:r>
            <a:br/>
            <a:r>
              <a:t>    "num_iterations": 45</a:t>
            </a:r>
            <a:br/>
            <a:r>
              <a:t>  }</a:t>
            </a:r>
            <a:br/>
            <a:r>
              <a:t>},</a:t>
            </a:r>
            <a:br/>
            <a:r>
              <a:t>"transient": {</a:t>
            </a:r>
            <a:br/>
            <a:r>
              <a:t>  "overall_transient": {</a:t>
            </a:r>
            <a:br/>
            <a:r>
              <a:t>    "start_time": 0,</a:t>
            </a:r>
            <a:br/>
            <a:r>
              <a:t>    "end_time": 60</a:t>
            </a:r>
            <a:br/>
            <a:r>
              <a:t>  },</a:t>
            </a:r>
            <a:br/>
            <a:r>
              <a:t>  "save_times": [0, 30, 60],</a:t>
            </a:r>
            <a:br/>
            <a:r>
              <a:t>  "time_patches": [{</a:t>
            </a:r>
            <a:br/>
            <a:r>
              <a:t>    "name": "First",</a:t>
            </a:r>
            <a:br/>
            <a:r>
              <a:t>    "start_time": 0,</a:t>
            </a:r>
            <a:br/>
            <a:r>
              <a:t>    "end_time": 30,</a:t>
            </a:r>
            <a:br/>
            <a:r>
              <a:t>    "step_control": "minimum_number",</a:t>
            </a:r>
            <a:br/>
            <a:r>
              <a:t>    "minimum_number": 15</a:t>
            </a:r>
            <a:br/>
            <a:r>
              <a:t>  }]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floxml_add_volume_regions.py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AD47"/>
                </a:solidFill>
                <a:latin typeface="Microsoft YaHei"/>
              </a:defRPr>
            </a:pPr>
            <a:r>
              <a:t>体积区域 &amp; 网格约束注入  |  1,225 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182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通过 JSON 配置向 FloXML 添加体积区域 (region) 和网格约束 (grid_constraint)。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58368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两种区域定义方式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6217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1. 显式定义 — 直接指定位置和尺寸: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 position: [x, y, z]    size: [sx, sy, sz]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2. 从几何体包围盒自动推导 (bbox_from):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 include_names: ["PCB", "U1"]   — 按名称匹配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 include_patterns: ["R22*", "C*"] — 通配符匹配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 include_tags: ["cuboid"]         — 按类型匹配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   padding: [px, py, pz]             — 外扩余量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网格约束 (grid_constraint):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先在 grid_constraints 中定义约束（最小尺寸、最小数量等）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再在 regions 中引用约束名，应用到区域或几何体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• object_constraints 可直接给指定几何体分配约束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区域可放置在根 geometry 或指定 assembly 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438912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命令行用法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# 注入体积区域和网格约束</a:t>
            </a:r>
            <a:br/>
            <a:r>
              <a:t>python -m floxml_tools.</a:t>
            </a:r>
            <a:br/>
            <a:r>
              <a:t>  floxml_add_volume_regions</a:t>
            </a:r>
            <a:br/>
            <a:r>
              <a:t>  model.xml --config</a:t>
            </a:r>
            <a:br/>
            <a:r>
              <a:t>  regions.json -o output.xml</a:t>
            </a:r>
            <a:br/>
            <a:br/>
            <a:r>
              <a:t># 原地修改</a:t>
            </a:r>
            <a:br/>
            <a:r>
              <a:t>python -m floxml_tools.</a:t>
            </a:r>
            <a:br/>
            <a:r>
              <a:t>  floxml_add_volume_regions</a:t>
            </a:r>
            <a:br/>
            <a:r>
              <a:t>  model.xml --config</a:t>
            </a:r>
            <a:br/>
            <a:r>
              <a:t>  regions.json --in-place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floxml_volume_regions.example.json 配置详解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Microsoft YaHei"/>
              </a:defRPr>
            </a:pPr>
            <a:r>
              <a:t>网格约束定义 + 几何体约束分配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"grid_constraints": [</a:t>
            </a:r>
            <a:br/>
            <a:r>
              <a:t>  {</a:t>
            </a:r>
            <a:br/>
            <a:r>
              <a:t>    "name": "Grid Constraint 1",</a:t>
            </a:r>
            <a:br/>
            <a:r>
              <a:t>    "enable_min_cell_size": true,</a:t>
            </a:r>
            <a:br/>
            <a:r>
              <a:t>    "min_cell_size": 0.001,</a:t>
            </a:r>
            <a:br/>
            <a:r>
              <a:t>    "min_number": 43,</a:t>
            </a:r>
            <a:br/>
            <a:r>
              <a:t>    "high_inflation": {</a:t>
            </a:r>
            <a:br/>
            <a:r>
              <a:t>      "inflation_type": "size",</a:t>
            </a:r>
            <a:br/>
            <a:r>
              <a:t>      "inflation_size": 0.005,</a:t>
            </a:r>
            <a:br/>
            <a:r>
              <a:t>      "min_number": 23</a:t>
            </a:r>
            <a:br/>
            <a:r>
              <a:t>    }</a:t>
            </a:r>
            <a:br/>
            <a:r>
              <a:t>  }</a:t>
            </a:r>
            <a:br/>
            <a:r>
              <a:t>],</a:t>
            </a:r>
            <a:br/>
            <a:r>
              <a:t>"object_constraints": [</a:t>
            </a:r>
            <a:br/>
            <a:r>
              <a:t>  {</a:t>
            </a:r>
            <a:br/>
            <a:r>
              <a:t>    "target_names": ["PCB"],</a:t>
            </a:r>
            <a:br/>
            <a:r>
              <a:t>    "all_grid_constraint":</a:t>
            </a:r>
            <a:br/>
            <a:r>
              <a:t>      "Grid Constraint 1"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Microsoft YaHei"/>
              </a:defRPr>
            </a:pPr>
            <a:r>
              <a:t>体积区域定义 (显式 + bbox)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"regions": [</a:t>
            </a:r>
            <a:br/>
            <a:r>
              <a:t>  {</a:t>
            </a:r>
            <a:br/>
            <a:r>
              <a:t>    "name": "Explicit Volume Region",</a:t>
            </a:r>
            <a:br/>
            <a:r>
              <a:t>    "position": [-0.01, -0.01, -0.002],</a:t>
            </a:r>
            <a:br/>
            <a:r>
              <a:t>    "size": [0.12, 0.08, 0.01],</a:t>
            </a:r>
            <a:br/>
            <a:r>
              <a:t>    "localized_grid": true,</a:t>
            </a:r>
            <a:br/>
            <a:r>
              <a:t>    "x_grid_constraint":</a:t>
            </a:r>
            <a:br/>
            <a:r>
              <a:t>      "Grid Constraint 1"</a:t>
            </a:r>
            <a:br/>
            <a:r>
              <a:t>  },</a:t>
            </a:r>
            <a:br/>
            <a:r>
              <a:t>  {</a:t>
            </a:r>
            <a:br/>
            <a:r>
              <a:t>    "name": "BBox Region Around PCB",</a:t>
            </a:r>
            <a:br/>
            <a:r>
              <a:t>    "parent_assembly": "DemoBoard",</a:t>
            </a:r>
            <a:br/>
            <a:r>
              <a:t>    "bbox_from": {</a:t>
            </a:r>
            <a:br/>
            <a:r>
              <a:t>      "include_names": ["PCB"],</a:t>
            </a:r>
            <a:br/>
            <a:r>
              <a:t>      "include_patterns": ["U*"],</a:t>
            </a:r>
            <a:br/>
            <a:r>
              <a:t>      "padding": [0.001, 0.001, 0.0005]</a:t>
            </a:r>
            <a:br/>
            <a:r>
              <a:t>    },</a:t>
            </a:r>
            <a:br/>
            <a:r>
              <a:t>    "all_grid_constraint":</a:t>
            </a:r>
            <a:br/>
            <a:r>
              <a:t>      "Grid Constraint 1"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floxml_boundary_conditions.py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44AD"/>
                </a:solidFill>
                <a:latin typeface="Microsoft YaHei"/>
              </a:defRPr>
            </a:pPr>
            <a:r>
              <a:t>边界条件注入  |  921 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182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通过 JSON 配置向 FloXML 添加/修改 7 种边界条件类型。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5087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Ambient</a:t>
            </a:r>
            <a:br/>
            <a:r>
              <a:t>(环境)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温度、压力、换热系数</a:t>
            </a:r>
            <a:br/>
            <a:r>
              <a:t>速度、辐射温度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828800"/>
            <a:ext cx="1508760" cy="5486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Solution Domain</a:t>
            </a:r>
            <a:br/>
            <a:r>
              <a:t>(求解域)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4248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各面边界类型</a:t>
            </a:r>
            <a:br/>
            <a:r>
              <a:t>ambient/symmetry/</a:t>
            </a:r>
            <a:br/>
            <a:r>
              <a:t>wall/opening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1828800"/>
            <a:ext cx="150876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Surface</a:t>
            </a:r>
            <a:br/>
            <a:r>
              <a:t>(表面属性)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8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发射率、粗糙度</a:t>
            </a:r>
            <a:br/>
            <a:r>
              <a:t>area_factor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1224" y="1828800"/>
            <a:ext cx="150876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Radiation</a:t>
            </a:r>
            <a:br/>
            <a:r>
              <a:t>(辐射)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1224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4376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表面类型</a:t>
            </a:r>
            <a:br/>
            <a:r>
              <a:t>面积阈值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9712" y="1828800"/>
            <a:ext cx="1508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5432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Source</a:t>
            </a:r>
            <a:br/>
            <a:r>
              <a:t>(热源)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39712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总功率 / 定温</a:t>
            </a:r>
            <a:br/>
            <a:r>
              <a:t>体积热源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1828800"/>
            <a:ext cx="150876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Surface Exchange</a:t>
            </a:r>
            <a:br/>
            <a:r>
              <a:t>(表面交换)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对流换热方法</a:t>
            </a:r>
            <a:br/>
            <a:r>
              <a:t>HTC 常数/曲线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76688" y="1828800"/>
            <a:ext cx="150876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2408" y="1874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Thermal</a:t>
            </a:r>
            <a:br/>
            <a:r>
              <a:t>(热模型)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76688" y="2377440"/>
            <a:ext cx="150876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46888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导热/对流模型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72000"/>
            <a:ext cx="6400800" cy="1828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634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face_conditions — 将属性分配到几何体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2920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• target_names / target_patterns / target_tags 匹配几何体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• 将 surface / radiation / thermal / source 等属性分配上去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• 例: Chip_U1 → Paint 表面 + Conduction 热模型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4572000"/>
            <a:ext cx="45720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663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命令行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02920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python -m floxml_tools.</a:t>
            </a:r>
            <a:br/>
            <a:r>
              <a:t>  floxml_boundary_conditions</a:t>
            </a:r>
            <a:br/>
            <a:r>
              <a:t>  model.xml --config bc.json</a:t>
            </a:r>
            <a:br/>
            <a:r>
              <a:t>  -o output.xml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boundary_conditions JSON 配置详解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环境条件 + 求解域边界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"ambients": [</a:t>
            </a:r>
            <a:br/>
            <a:r>
              <a:t>  {</a:t>
            </a:r>
            <a:br/>
            <a:r>
              <a:t>    "name": "Ambient",</a:t>
            </a:r>
            <a:br/>
            <a:r>
              <a:t>    "pressure": 101325,</a:t>
            </a:r>
            <a:br/>
            <a:r>
              <a:t>    "temperature": 293,      // K</a:t>
            </a:r>
            <a:br/>
            <a:r>
              <a:t>    "heat_transfer_coeff": 12,</a:t>
            </a:r>
            <a:br/>
            <a:r>
              <a:t>    "velocity": [0, 0, 0]</a:t>
            </a:r>
            <a:br/>
            <a:r>
              <a:t>  },</a:t>
            </a:r>
            <a:br/>
            <a:r>
              <a:t>  {</a:t>
            </a:r>
            <a:br/>
            <a:r>
              <a:t>    "name": "Forced Air",</a:t>
            </a:r>
            <a:br/>
            <a:r>
              <a:t>    "temperature": 300,</a:t>
            </a:r>
            <a:br/>
            <a:r>
              <a:t>    "velocity": [0, 0, 2.5],  // m/s</a:t>
            </a:r>
            <a:br/>
            <a:r>
              <a:t>    "heat_transfer_coeff": 25</a:t>
            </a:r>
            <a:br/>
            <a:r>
              <a:t>  }</a:t>
            </a:r>
            <a:br/>
            <a:r>
              <a:t>],</a:t>
            </a:r>
            <a:br/>
            <a:r>
              <a:t>"solution_domain": {</a:t>
            </a:r>
            <a:br/>
            <a:r>
              <a:t>  "x_low_boundary": "ambient",</a:t>
            </a:r>
            <a:br/>
            <a:r>
              <a:t>  "y_low_boundary": "symmetry",</a:t>
            </a:r>
            <a:br/>
            <a:r>
              <a:t>  "z_high_boundary": "opening",</a:t>
            </a:r>
            <a:br/>
            <a:r>
              <a:t>  "x_low_ambient": "Ambient",</a:t>
            </a:r>
            <a:br/>
            <a:r>
              <a:t>  "z_high_ambient": "Forced Air"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热源定义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"sources": [</a:t>
            </a:r>
            <a:br/>
            <a:r>
              <a:t>  {</a:t>
            </a:r>
            <a:br/>
            <a:r>
              <a:t>    "name": "Heat Source",</a:t>
            </a:r>
            <a:br/>
            <a:r>
              <a:t>    "source_options": [{</a:t>
            </a:r>
            <a:br/>
            <a:r>
              <a:t>      "applies_to": "temperature",</a:t>
            </a:r>
            <a:br/>
            <a:r>
              <a:t>      "type": "total",</a:t>
            </a:r>
            <a:br/>
            <a:r>
              <a:t>      "value": 23.3       // W</a:t>
            </a:r>
            <a:br/>
            <a:r>
              <a:t>    }]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566160"/>
            <a:ext cx="5486400" cy="2743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属性分配 (face_conditions)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"face_conditions": [</a:t>
            </a:r>
            <a:br/>
            <a:r>
              <a:t>  {</a:t>
            </a:r>
            <a:br/>
            <a:r>
              <a:t>    "target_names": ["Heatsink"],</a:t>
            </a:r>
            <a:br/>
            <a:r>
              <a:t>    "surface": "Polished Metal",</a:t>
            </a:r>
            <a:br/>
            <a:r>
              <a:t>    "radiation": "Sub-Divided",</a:t>
            </a:r>
            <a:br/>
            <a:r>
              <a:t>    "thermal": "Conduction"</a:t>
            </a:r>
            <a:br/>
            <a:r>
              <a:t>  },</a:t>
            </a:r>
            <a:br/>
            <a:r>
              <a:t>  {</a:t>
            </a:r>
            <a:br/>
            <a:r>
              <a:t>    "target_names": ["Chip_U1"],</a:t>
            </a:r>
            <a:br/>
            <a:r>
              <a:t>    "surface": "Paint",</a:t>
            </a:r>
            <a:br/>
            <a:r>
              <a:t>    "surface_exchange": "Constant HTC"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典型使用流程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743200" cy="7955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 从 FloTHERM 导出 ECXML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05840"/>
            <a:ext cx="8503920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07899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在 FloTHERM 中打开项目 → File → Export → ECXML</a:t>
            </a:r>
            <a:br/>
            <a:r>
              <a:t>保存为 model.ecxml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2743200" cy="79552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2. ECXML → FloXML 转换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20"/>
            <a:ext cx="8503920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4767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python -m floxml_tools.ecxml_to_floxml_converter \</a:t>
            </a:r>
            <a:br/>
            <a:r>
              <a:t>  model.ecxml -o project.xml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2743200" cy="7955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3. 注入求解设置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8503920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81635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python -m floxml_tools.floxml_add_solve_settings \</a:t>
            </a:r>
            <a:br/>
            <a:r>
              <a:t>  project.xml --config solve_settings.json -o project.xml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2743200" cy="79552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216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 注入体积区域和网格约束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611880"/>
            <a:ext cx="8503920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68503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python -m floxml_tools.floxml_add_volume_regions \</a:t>
            </a:r>
            <a:br/>
            <a:r>
              <a:t>  project.xml --config regions.json --in-place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2743200" cy="7955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9028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5. 注入边界条件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480560"/>
            <a:ext cx="8503920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55371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python -m floxml_tools.floxml_boundary_conditions \</a:t>
            </a:r>
            <a:br/>
            <a:r>
              <a:t>  project.xml --config boundary.json --in-place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2743200" cy="7955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589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6. 导入 FloTHERM 求解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349240"/>
            <a:ext cx="8503920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42239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nlo"/>
              </a:defRPr>
            </a:pPr>
            <a:r>
              <a:t>在 FloTHERM 中 File → Import → 选择最终 project.xml → Solve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JSON 配置文件汇总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每个 Python 脚本对应一个或多个 JSON 配置文件，修改 JSON 即可调整 FloXML 项目参数，无需手动编辑 XML。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0642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配置文件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对应脚本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0642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5B6"/>
                </a:solidFill>
                <a:latin typeface="Menlo"/>
              </a:defRPr>
            </a:pPr>
            <a:r>
              <a:t>solve_settings.example.json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floxml_add_solve_settings.py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762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求解器参数、收敛判据、瞬态时间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24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5B6"/>
                </a:solidFill>
                <a:latin typeface="Menlo"/>
              </a:defRPr>
            </a:pPr>
            <a:r>
              <a:t>solve_settings.example.xlsx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24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floxml_add_solve_settings.py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249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同上，Excel 格式（可用 --create-template 生成）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110642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735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5B6"/>
                </a:solidFill>
                <a:latin typeface="Menlo"/>
              </a:defRPr>
            </a:pPr>
            <a:r>
              <a:t>transient_only.example.json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735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floxml_add_solve_settings.py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73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仅瞬态设置（start/end_time, save_times, patches）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22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5B6"/>
                </a:solidFill>
                <a:latin typeface="Menlo"/>
              </a:defRPr>
            </a:pPr>
            <a:r>
              <a:t>transient_maxsize.example.json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822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floxml_add_solve_settings.py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瞬态设置（max_size 控制步长）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110642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708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5B6"/>
                </a:solidFill>
                <a:latin typeface="Menlo"/>
              </a:defRPr>
            </a:pPr>
            <a:r>
              <a:t>floxml_volume_regions.example.json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3708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floxml_add_volume_regions.py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3708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体积区域定义 + 网格约束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5B6"/>
                </a:solidFill>
                <a:latin typeface="Menlo"/>
              </a:defRPr>
            </a:pPr>
            <a:r>
              <a:t>boundary_conditions_*.json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919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nlo"/>
              </a:defRPr>
            </a:pPr>
            <a:r>
              <a:t>floxml_boundary_conditions.py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919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环境条件、热源、表面属性、辐射、表面交换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交接总结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06424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核心 Python 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280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  <a:latin typeface="Microsoft YaHei"/>
              </a:defRPr>
            </a:pPr>
            <a:r>
              <a:t>~5,200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行核心代码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  <a:latin typeface="Microsoft YaHei"/>
              </a:defRPr>
            </a:pPr>
            <a:r>
              <a:t>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JSON 配置文件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280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边界条件类型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1. 工作流: FloTHERM 导出 ECXML → ecxml_to_floxml_converter 转换 → 三个 JSON 配置修改 FloXML → 导入求解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2. 三个配置修改脚本各司其职: solve_settings / volume_regions / boundary_conditions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3. JSON 配置驱动: 修改参数只需改 JSON，不需要手动编辑 XML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4. 所有模块都有命令行入口，支持 -h 查看帮助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5. 每个模块有完整 docstring，包含用法示例和参数说明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1106424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后续建议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• 补充单元测试（目前仅 ecxml_to_floxml_converter 有测试）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• 引入 logging 替代 print，便于调试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floxml_tools 工作交接  |  2026-06-01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如有疑问请参考各模块 docstring 或 README.md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E4F0"/>
                </a:solidFill>
                <a:latin typeface="Menlo"/>
              </a:defRPr>
            </a:pPr>
            <a:r>
              <a:t>python -m floxml_tools.&lt;module_name&gt; -h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